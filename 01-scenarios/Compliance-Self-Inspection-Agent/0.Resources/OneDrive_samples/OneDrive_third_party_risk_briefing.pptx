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6B68"/>
          </a:solidFill>
          <a:ln w="12700">
            <a:solidFill>
              <a:srgbClr val="176B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433F"/>
                </a:solidFill>
              </a:rPr>
              <a:t>Partner Review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46B"/>
                </a:solidFill>
              </a:rPr>
              <a:t>OneDrive | Synthetic sample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43838"/>
                </a:solidFill>
              </a:rPr>
              <a:t>1. The consultant fee was recorded.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43838"/>
                </a:solidFill>
              </a:rPr>
              <a:t>2. A personal relationship was disclosed.</a:t>
            </a:r>
            <a:endParaRPr lang="en-US" sz="2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Partner Review</dc:title>
  <dc:subject>PptxGenJS Presentation</dc:subject>
  <dc:creator>Microsoft Scout</dc:creator>
  <cp:lastModifiedBy>Microsoft Scout</cp:lastModifiedBy>
  <cp:revision>1</cp:revision>
  <dcterms:created xsi:type="dcterms:W3CDTF">2026-09-23T00:56:53Z</dcterms:created>
  <dcterms:modified xsi:type="dcterms:W3CDTF">2026-09-23T00:56:53Z</dcterms:modified>
</cp:coreProperties>
</file>